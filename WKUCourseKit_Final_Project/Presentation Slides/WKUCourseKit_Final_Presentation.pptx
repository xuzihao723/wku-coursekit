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71" r:id="rId11"/>
    <p:sldId id="275" r:id="rId12"/>
    <p:sldId id="279" r:id="rId13"/>
    <p:sldId id="283" r:id="rId14"/>
    <p:sldId id="287" r:id="rId15"/>
    <p:sldId id="291" r:id="rId16"/>
    <p:sldId id="292" r:id="rId17"/>
    <p:sldId id="293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</p:sld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1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357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</Words>
  <Application>Microsoft Office PowerPoint</Application>
  <PresentationFormat>自定义</PresentationFormat>
  <Paragraphs>29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1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WKUCourseKit Final Project</dc:title>
  <dc:subject>CPS 3320 Python Programming final project presentation.
This version is aligned with the latest submission zip: output/submission/WKUCourseKit_Final_Project.zip.
</dc:subject>
  <dc:creator/>
  <cp:lastModifiedBy>a84836</cp:lastModifiedBy>
  <cp:revision>2</cp:revision>
  <dcterms:created xsi:type="dcterms:W3CDTF">2026-06-03T15:39:34Z</dcterms:created>
  <dcterms:modified xsi:type="dcterms:W3CDTF">2026-06-03T15:42:41Z</dcterms:modified>
</cp:coreProperties>
</file>